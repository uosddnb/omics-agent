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da6ce0b4-d034-cbe9-808a-769319835ff2}">
          <p14:sldIdLst>
            <p14:sldId id="256"/>
            <p14:sldId id="257"/>
            <p14:sldId id="258"/>
          </p14:sldIdLst>
        </p14:section>
        <p14:section name="Backup" id="{11f4d289-dd23-d26f-d5f5-f91a8f78e9e0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video. What was not working, what locus does, the three steps. Keep to 30 seconds, then switch to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here. Cached question, so results in about four minutes; press Process while talking. Do not claim a Nextflow run: Process uses salmon on the laptop tier, and the samplesheet button exports the Nextflow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Rapamycin blocks mTOR; DDIT4 depends on mTOR and goes down, so the biology is right. Say the reads are subsampled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questions. Being first to name the limits is worth more than being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questions about scale, trust, or agent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question to an answer</a:t>
            </a:r>
            <a:endParaRPr lang="en-US" sz="3400" dirty="0"/>
          </a:p>
        </p:txBody>
      </p:sp>
      <p:sp>
        <p:nvSpPr>
          <p:cNvPr id="3" name="problem-and-answer"/>
          <p:cNvSpPr txBox="1"/>
          <p:nvPr/>
        </p:nvSpPr>
        <p:spPr>
          <a:xfrm>
            <a:off x="548640" y="14173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was not working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Finding a usable public dataset takes days. The labels are inconsistent, the sample counts are not what they seem, and once you find one you still cannot see what it says.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locus does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Ask in plain English. It searches the public archives, reads the sample records to count cases and controls, and then runs the first analysis on your laptop.</a:t>
            </a:r>
            <a:endParaRPr lang="en-US" sz="1500" dirty="0"/>
          </a:p>
        </p:txBody>
      </p:sp>
      <p:sp>
        <p:nvSpPr>
          <p:cNvPr id="4" name="step-card-1"/>
          <p:cNvSpPr/>
          <p:nvPr/>
        </p:nvSpPr>
        <p:spPr>
          <a:xfrm>
            <a:off x="5715000" y="1417320"/>
            <a:ext cx="2880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97880" y="14904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9047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question, typed or spoken</a:t>
            </a:r>
            <a:endParaRPr lang="en-US" sz="1400" dirty="0"/>
          </a:p>
        </p:txBody>
      </p:sp>
      <p:sp>
        <p:nvSpPr>
          <p:cNvPr id="7" name="step-card-2"/>
          <p:cNvSpPr/>
          <p:nvPr/>
        </p:nvSpPr>
        <p:spPr>
          <a:xfrm>
            <a:off x="5715000" y="2286000"/>
            <a:ext cx="2880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23591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35915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Ranked studies, with counted facts</a:t>
            </a:r>
            <a:endParaRPr lang="en-US" sz="1400" dirty="0"/>
          </a:p>
        </p:txBody>
      </p:sp>
      <p:sp>
        <p:nvSpPr>
          <p:cNvPr id="10" name="step-card-3"/>
          <p:cNvSpPr/>
          <p:nvPr/>
        </p:nvSpPr>
        <p:spPr>
          <a:xfrm>
            <a:off x="5715000" y="3154680"/>
            <a:ext cx="288036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322783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22783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Analyse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Counts, statistics and figures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Apache-2.0 · github.com/UoSDDNB/omics-agent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are about to ask</a:t>
            </a:r>
            <a:endParaRPr lang="en-US" sz="1300" dirty="0"/>
          </a:p>
        </p:txBody>
      </p:sp>
      <p:sp>
        <p:nvSpPr>
          <p:cNvPr id="4" name="question-box"/>
          <p:cNvSpPr/>
          <p:nvPr/>
        </p:nvSpPr>
        <p:spPr>
          <a:xfrm>
            <a:off x="548640" y="1783080"/>
            <a:ext cx="8046720" cy="1143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“bulk RNA-seq of human cells treated with an mTOR inhibitor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as rapamycin, compared with vehicle”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archives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study it ranks first, with its cases and controls already counted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Process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minutes later, on a laptop</a:t>
            </a:r>
            <a:endParaRPr lang="en-US" sz="3400" dirty="0"/>
          </a:p>
        </p:txBody>
      </p:sp>
      <p:pic>
        <p:nvPicPr>
          <p:cNvPr id="3" name="pca" descr="/home/jlw/omics-agent-pipeline/data/process/GSE273888/plots/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14600" cy="2377440"/>
          </a:xfrm>
          <a:prstGeom prst="rect">
            <a:avLst/>
          </a:prstGeom>
        </p:spPr>
      </p:pic>
      <p:pic>
        <p:nvPicPr>
          <p:cNvPr id="4" name="volcano" descr="/home/jlw/omics-agent-pipeline/data/process/GSE273888/plots/volca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514600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8404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and untreated samples separate. Nobody wrote any code.</a:t>
            </a:r>
            <a:endParaRPr lang="en-US" sz="1100" dirty="0"/>
          </a:p>
        </p:txBody>
      </p:sp>
      <p:sp>
        <p:nvSpPr>
          <p:cNvPr id="6" name="stat-genes changed (padj &amp;lt; 0.05)"/>
          <p:cNvSpPr txBox="1"/>
          <p:nvPr/>
        </p:nvSpPr>
        <p:spPr>
          <a:xfrm>
            <a:off x="6080760" y="13716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080760" y="2029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changed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(padj &lt; 0.05)</a:t>
            </a:r>
            <a:endParaRPr lang="en-US" sz="1300" dirty="0"/>
          </a:p>
        </p:txBody>
      </p:sp>
      <p:sp>
        <p:nvSpPr>
          <p:cNvPr id="8" name="stat-a gene that needs mTOR, falling as expected"/>
          <p:cNvSpPr txBox="1"/>
          <p:nvPr/>
        </p:nvSpPr>
        <p:spPr>
          <a:xfrm>
            <a:off x="6080760" y="27432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DDIT4 ↓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3401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that needs mTOR,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as expected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GSE273888 · HeLa cells, rapamycin vs untreated, 3 + 3 · first 2 million reads per sample · every tool version recorded in a manifest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 yet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046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subsampled for speed, so the gene counts are smaller than a full run.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 per dataset, and we choose which column marks treatment.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RNA-seq only so far. Ribo-seq and proteomics are designed, not built.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sample counts need an SDRF file, which only some projects have.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pipelines stay on a cluster. We export the files and the command for Nextflow and MaxQuant rather than pretending a laptop can run them.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machine has no index built, so today's search queries GEO, PRIDE and CELLxGENE live rather than all 18.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summary comes from a model, and a check rejects any number it did not get from us.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underneath</a:t>
            </a:r>
            <a:endParaRPr lang="en-US" sz="3400" dirty="0"/>
          </a:p>
        </p:txBody>
      </p:sp>
      <p:sp>
        <p:nvSpPr>
          <p:cNvPr id="3" name="stat-repositories covered by the index"/>
          <p:cNvSpPr txBox="1"/>
          <p:nvPr/>
        </p:nvSpPr>
        <p:spPr>
          <a:xfrm>
            <a:off x="54864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299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covered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index</a:t>
            </a:r>
            <a:endParaRPr lang="en-US" sz="1300" dirty="0"/>
          </a:p>
        </p:txBody>
      </p:sp>
      <p:sp>
        <p:nvSpPr>
          <p:cNvPr id="5" name="stat-datasets, once the index is built"/>
          <p:cNvSpPr txBox="1"/>
          <p:nvPr/>
        </p:nvSpPr>
        <p:spPr>
          <a:xfrm>
            <a:off x="265176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0299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once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is built</a:t>
            </a:r>
            <a:endParaRPr lang="en-US" sz="1300" dirty="0"/>
          </a:p>
        </p:txBody>
      </p:sp>
      <p:sp>
        <p:nvSpPr>
          <p:cNvPr id="7" name="stat-MCP tools, so an agent can use it too"/>
          <p:cNvSpPr txBox="1"/>
          <p:nvPr/>
        </p:nvSpPr>
        <p:spPr>
          <a:xfrm>
            <a:off x="475488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299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tools, so 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use it too</a:t>
            </a:r>
            <a:endParaRPr lang="en-US" sz="1300" dirty="0"/>
          </a:p>
        </p:txBody>
      </p:sp>
      <p:sp>
        <p:nvSpPr>
          <p:cNvPr id="9" name="stat-tests, green from a clean clone"/>
          <p:cNvSpPr txBox="1"/>
          <p:nvPr/>
        </p:nvSpPr>
        <p:spPr>
          <a:xfrm>
            <a:off x="6858000" y="1371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0299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green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clone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Counted, not guessed.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and controls are counted in people where the records allow it, and reported as unknown where they do not. The model chooses which field marks treatment; the arithmetic is code.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hardware.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works against a local model, so no data leaves the machine and no API key is needed.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us">
  <a:themeElements>
    <a:clrScheme name="locus">
      <a:dk1>
        <a:srgbClr val="111110"/>
      </a:dk1>
      <a:lt1>
        <a:srgbClr val="FFFFFF"/>
      </a:lt1>
      <a:dk2>
        <a:srgbClr val="2D2B28"/>
      </a:dk2>
      <a:lt2>
        <a:srgbClr val="EFEBE3"/>
      </a:lt2>
      <a:accent1>
        <a:srgbClr val="FF5A24"/>
      </a:accent1>
      <a:accent2>
        <a:srgbClr val="111110"/>
      </a:accent2>
      <a:accent3>
        <a:srgbClr val="6B6760"/>
      </a:accent3>
      <a:accent4>
        <a:srgbClr val="D9D3C7"/>
      </a:accent4>
      <a:accent5>
        <a:srgbClr val="2D2B28"/>
      </a:accent5>
      <a:accent6>
        <a:srgbClr val="E6E1D7"/>
      </a:accent6>
      <a:hlink>
        <a:srgbClr val="FF5A24"/>
      </a:hlink>
      <a:folHlink>
        <a:srgbClr val="6B6760"/>
      </a:folHlink>
    </a:clrScheme>
    <a:fontScheme name="locu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locus</dc:title>
  <dc:subject>PptxGenJS Presentation</dc:subject>
  <dc:creator>Juri Westendorf</dc:creator>
  <cp:lastModifiedBy>Juri Westendorf</cp:lastModifiedBy>
  <cp:revision>1</cp:revision>
  <dcterms:created xsi:type="dcterms:W3CDTF">2026-10-18T07:31:53Z</dcterms:created>
  <dcterms:modified xsi:type="dcterms:W3CDTF">2026-10-18T07:31:53Z</dcterms:modified>
</cp:coreProperties>
</file>